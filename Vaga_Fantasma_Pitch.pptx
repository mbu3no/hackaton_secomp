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a equipe do Vaga Fantasma. Nosso projeto resolve um problema que toda universidade tem em época de prova, usando visão computacional.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Imaginem a biblioteca da universidade na semana de provas. Metade das cadeiras ‘ocupadas’ tem só uma mochila em cima. O dono saiu há duas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aqui está a sacada. Contar cabeças não resolve, porque o problema não é uma pessoa. É um objeto. A gente ensinou a câmera a ver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solução classifica cada assento em três estados, não dois. Livre, ocupado e o estado que dá nome ao projeto: fantasma.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pipeline tem três etapas. O pulo do gato é a terceira: enquanto o exemplo padrão só responde ‘o que há neste frame’, a gente responde ‘há quanto tempo isto está assim’.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DEIXA: trocar para a aplicação aqui. Mostrar a mochila numa cadeira, sair de quadro, e o assento virar fantasma sozinho no painel. Chamar um jurado para colocar a mochila dá mais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decisões que valem citar: modelo pré-treinado, associação por sobreposição em vez de IoU, planta por homografia, dashboard offline, e privacidade por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transparentes sobre os limites: oclusão, ângulo fixo, tolerância heurística. E há um roadmap claro: múltiplas câmeras, histórico, integração com o app, e re-identificação do 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" y="731520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517904" y="73152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Fantasma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real de salas de estudo com Visão Computacional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SECOMP 2026   ·   Visão Computacional na Logística Universitária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biblioteca lota sem estar cheia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época de prova, alunos marcam lugar com a mochila e somem por horas.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vê a sala cheia e desiste.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vê 100% de ocupação e conclui que falta espaço.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269480" y="2194560"/>
            <a:ext cx="4297680" cy="2743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33415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0" y="265176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183880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USO do espaço,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944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falta espaço.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657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cadeira ocupada só por uma mochila continua contando como ocupada.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pessoas não basta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assento não está ocupado por uma pessoa.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ocupado por um </a:t>
            </a:r>
            <a:pPr indent="0" marL="0">
              <a:buNone/>
            </a:pPr>
            <a:r>
              <a:rPr lang="en-US" sz="3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7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de contagem tradicional é cego para isso.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estados, não dois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3341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78892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2062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pessoa e nenhum objeto no assento.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33415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278892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42062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presente, ou objeto ainda dentro do período de tolerância.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3920" y="22860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33415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0" y="2788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FANTASMA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42062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sem dono há mais que X minutos. Dispara alerta e libera a vaga.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abordagem técnica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3341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8803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fixa ou celular como câmera IP transmite o vídeo ao vivo.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87952" y="35204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26280" y="246888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33415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288036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pré-treinado detecta pessoas e pertences. Sem treino.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74152" y="35204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412480" y="246888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33415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23960" y="28803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239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temporal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máquina de estados por assento decide livre, ocupado ou fantasma.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Estendemos o pipeline padrão — que só vê um instante — com memória temporal que entende o que mudou ao longo do tempo.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219456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0" y="219456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6537960" y="21945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834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93192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da câmera + painel em tempo real: ocupação aparente vs. real, planta baixa e alertas.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decisões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39572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28600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pré-treinado no COCO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treino. Cabe no tempo do hackathon.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23697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312724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por sobreposição, não IoU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 com pessoa grande e objeto pequeno no mesmo assento.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07822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96849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baixa por homografia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cima da sala em tempo real.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491947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809744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sem internet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 no dia do pitch.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57607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65099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identifica ninguém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 privacidade. Vantagem de LGPD sobre reconhecimento facial.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próximos passos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33415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2004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Oclusão entre pessoas próximas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Ângulo fixo da câmera (mover exige recalibrar)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em minutos é uma heurística de operação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pequenos detectam pior que mochilas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334155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2004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câmeras por sala e por andar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previsão de ocupação por horário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 app da universidade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retorno do mesmo dono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2026-09-20T17:05:06Z</dcterms:created>
  <dcterms:modified xsi:type="dcterms:W3CDTF">2026-09-20T17:05:06Z</dcterms:modified>
</cp:coreProperties>
</file>